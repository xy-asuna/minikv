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4AC71-26FB-77E6-3045-B68344152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FF1D34-C4C5-D738-80F1-B01F26B23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70C3A-EF37-4259-AED6-7E90FAC8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7B1C7-E490-2DDE-86AA-395BB5EC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85ED2-389F-A2E2-31B6-D639C44C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22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DAFF0-BDC7-D301-DE0F-140ECF05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96D49-C049-A786-AF58-1C6A61A31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E2A1F-8839-B1B2-D29D-15E15CF2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F7BFE7-7630-1126-5EC2-2178F747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75BB-894A-E5FC-50C3-8A0CBD40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1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6F01D-60FE-6DF7-8D6B-B7FA99F6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DA152-44B8-D173-35CB-CFF42FBAE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1F7C4-D3F2-CD19-4A6F-448D3B89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EDB80-4EE8-4263-625E-85052758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38ADC7-F8D6-1507-832B-36896469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14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2A32C-E118-03BD-421C-A34EB8D9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5D851-DB8A-EF99-60DB-F3D389079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31F60D-CCF2-8773-EB27-E7C0406D9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ADF9FF-E3DF-607A-DB94-56A0A54C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AF9072-D7B3-1111-AA89-0C87B950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E54B3A-B9E9-2EE1-4254-6442C1DA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6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B814A-3C40-B7FD-A0E3-BDE0BBD2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A1F61-967A-A4DA-EB4C-0F2C8F5E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8A6D7C-3BD6-2E03-F948-24D594C22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BC9739-1C6C-4DCA-6505-4780A511A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C1B2E2-DBAB-6EFD-AF82-DA8E249D3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4874BA-B62F-AA7E-A737-65A21834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CF098F-7ACA-71D0-849F-2DF75999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18E13A-5D8D-D4D6-E08A-72565798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3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AE657-5AD1-DE56-525E-2E3EFFEE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B9F73D-DAF9-95C3-0B7D-270A57C6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B019A2-B28A-F40E-2F5D-C803F5C4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F8AFB-2B6A-53FE-435F-6592E029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10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1512EB-508C-6643-7C58-F486469A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89D840-F890-6793-6317-692812C9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F94B8-2DA3-6B5E-7F33-55B3FB9E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15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CA7CE-B318-3BE5-3835-116DDC6D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21A436-2490-D6A5-B800-6513AA37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05EBD3-F74E-5669-0205-FE6DD4032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D2D675-3293-C7B2-77FE-9CFC5A5D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A35C6C-F9A8-A5A7-1FDB-30AA56A2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C7C87-A250-3515-A656-1D0482E2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2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429CC-4120-2C89-08D3-5A3C7F77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EF24AD-F546-F610-7178-16B81C6469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CCDC92-F96E-58B1-319A-9D5780851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2A6346-D798-0392-ED2C-351967B7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342968-A8BA-1FD3-D788-D763093C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3D26AA-CB3F-5202-527B-42C00770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07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9ACDE-4F72-EBB7-65D8-0A044355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B72F9C-1F77-3122-F733-91EC61B10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6B470-803C-50F2-001A-226D65AA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B4CA9B-30C5-1A66-157F-7AFABBED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74BE3-6156-ECB4-3D3D-54C347B1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64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6A95A0-A0F5-AB43-724F-40A870E91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DF22CF-8AFB-9E34-6510-7A598EC7D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DC6C9F-0491-D53A-E5E0-3705E1A9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CA511-0049-042E-8618-E20B7B05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5D002-FD94-D646-9362-78740108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92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2435F3-6F04-F1FF-E703-9C17CA9F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4721D6-5CCA-749C-4B60-381849D21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33DB8-83F1-4422-D615-66719E3B7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0DBA9-D3F8-4911-8590-DA52BE2CDABE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029BD-10A7-54C8-1B53-3D4D0CF20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F9BFA-2FE1-2EC3-565C-BACB4FC6E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B96D9-34C4-4C5D-81B2-6FDB535FF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92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2A2878A-A521-E45D-8AD9-3FF4C872FAA6}"/>
              </a:ext>
            </a:extLst>
          </p:cNvPr>
          <p:cNvSpPr txBox="1"/>
          <p:nvPr/>
        </p:nvSpPr>
        <p:spPr>
          <a:xfrm>
            <a:off x="0" y="410405"/>
            <a:ext cx="150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Buckets</a:t>
            </a:r>
            <a:endParaRPr lang="zh-CN" altLang="en-US" sz="24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EB12DD-5845-95C3-3DD1-BCAF5F7EE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9870"/>
              </p:ext>
            </p:extLst>
          </p:nvPr>
        </p:nvGraphicFramePr>
        <p:xfrm>
          <a:off x="1502822" y="1291469"/>
          <a:ext cx="1403412" cy="686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1706">
                  <a:extLst>
                    <a:ext uri="{9D8B030D-6E8A-4147-A177-3AD203B41FA5}">
                      <a16:colId xmlns:a16="http://schemas.microsoft.com/office/drawing/2014/main" val="2378944660"/>
                    </a:ext>
                  </a:extLst>
                </a:gridCol>
                <a:gridCol w="701706">
                  <a:extLst>
                    <a:ext uri="{9D8B030D-6E8A-4147-A177-3AD203B41FA5}">
                      <a16:colId xmlns:a16="http://schemas.microsoft.com/office/drawing/2014/main" val="3575603779"/>
                    </a:ext>
                  </a:extLst>
                </a:gridCol>
              </a:tblGrid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id=1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count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470929"/>
                  </a:ext>
                </a:extLst>
              </a:tr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head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tail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7354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3CC4CBF-F7CC-CE15-FF1C-10FC3F509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647991"/>
              </p:ext>
            </p:extLst>
          </p:nvPr>
        </p:nvGraphicFramePr>
        <p:xfrm>
          <a:off x="1502822" y="455817"/>
          <a:ext cx="1043399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0571">
                  <a:extLst>
                    <a:ext uri="{9D8B030D-6E8A-4147-A177-3AD203B41FA5}">
                      <a16:colId xmlns:a16="http://schemas.microsoft.com/office/drawing/2014/main" val="4093446393"/>
                    </a:ext>
                  </a:extLst>
                </a:gridCol>
                <a:gridCol w="1490571">
                  <a:extLst>
                    <a:ext uri="{9D8B030D-6E8A-4147-A177-3AD203B41FA5}">
                      <a16:colId xmlns:a16="http://schemas.microsoft.com/office/drawing/2014/main" val="3423484835"/>
                    </a:ext>
                  </a:extLst>
                </a:gridCol>
                <a:gridCol w="1490571">
                  <a:extLst>
                    <a:ext uri="{9D8B030D-6E8A-4147-A177-3AD203B41FA5}">
                      <a16:colId xmlns:a16="http://schemas.microsoft.com/office/drawing/2014/main" val="1207912130"/>
                    </a:ext>
                  </a:extLst>
                </a:gridCol>
                <a:gridCol w="1490571">
                  <a:extLst>
                    <a:ext uri="{9D8B030D-6E8A-4147-A177-3AD203B41FA5}">
                      <a16:colId xmlns:a16="http://schemas.microsoft.com/office/drawing/2014/main" val="3069742768"/>
                    </a:ext>
                  </a:extLst>
                </a:gridCol>
                <a:gridCol w="1490571">
                  <a:extLst>
                    <a:ext uri="{9D8B030D-6E8A-4147-A177-3AD203B41FA5}">
                      <a16:colId xmlns:a16="http://schemas.microsoft.com/office/drawing/2014/main" val="2592496335"/>
                    </a:ext>
                  </a:extLst>
                </a:gridCol>
                <a:gridCol w="1490571">
                  <a:extLst>
                    <a:ext uri="{9D8B030D-6E8A-4147-A177-3AD203B41FA5}">
                      <a16:colId xmlns:a16="http://schemas.microsoft.com/office/drawing/2014/main" val="1210688307"/>
                    </a:ext>
                  </a:extLst>
                </a:gridCol>
                <a:gridCol w="1490571">
                  <a:extLst>
                    <a:ext uri="{9D8B030D-6E8A-4147-A177-3AD203B41FA5}">
                      <a16:colId xmlns:a16="http://schemas.microsoft.com/office/drawing/2014/main" val="2454493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Hash=0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Hash=1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BucketSize-1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293515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E1923F85-1030-F5DE-717C-4531AEE77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565262"/>
              </p:ext>
            </p:extLst>
          </p:nvPr>
        </p:nvGraphicFramePr>
        <p:xfrm>
          <a:off x="3009101" y="1291469"/>
          <a:ext cx="1403412" cy="686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1706">
                  <a:extLst>
                    <a:ext uri="{9D8B030D-6E8A-4147-A177-3AD203B41FA5}">
                      <a16:colId xmlns:a16="http://schemas.microsoft.com/office/drawing/2014/main" val="2378944660"/>
                    </a:ext>
                  </a:extLst>
                </a:gridCol>
                <a:gridCol w="701706">
                  <a:extLst>
                    <a:ext uri="{9D8B030D-6E8A-4147-A177-3AD203B41FA5}">
                      <a16:colId xmlns:a16="http://schemas.microsoft.com/office/drawing/2014/main" val="3575603779"/>
                    </a:ext>
                  </a:extLst>
                </a:gridCol>
              </a:tblGrid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id=3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count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470929"/>
                  </a:ext>
                </a:extLst>
              </a:tr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head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tail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735404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08868359-A431-03B5-5AFD-C0C35D9FB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96737"/>
              </p:ext>
            </p:extLst>
          </p:nvPr>
        </p:nvGraphicFramePr>
        <p:xfrm>
          <a:off x="3009101" y="2362413"/>
          <a:ext cx="1403412" cy="686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1706">
                  <a:extLst>
                    <a:ext uri="{9D8B030D-6E8A-4147-A177-3AD203B41FA5}">
                      <a16:colId xmlns:a16="http://schemas.microsoft.com/office/drawing/2014/main" val="2378944660"/>
                    </a:ext>
                  </a:extLst>
                </a:gridCol>
                <a:gridCol w="701706">
                  <a:extLst>
                    <a:ext uri="{9D8B030D-6E8A-4147-A177-3AD203B41FA5}">
                      <a16:colId xmlns:a16="http://schemas.microsoft.com/office/drawing/2014/main" val="3575603779"/>
                    </a:ext>
                  </a:extLst>
                </a:gridCol>
              </a:tblGrid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id=7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count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470929"/>
                  </a:ext>
                </a:extLst>
              </a:tr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head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tail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73540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C9617F37-032F-4417-7EE3-22CCFC669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03245"/>
              </p:ext>
            </p:extLst>
          </p:nvPr>
        </p:nvGraphicFramePr>
        <p:xfrm>
          <a:off x="10434170" y="1291469"/>
          <a:ext cx="1403412" cy="686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1706">
                  <a:extLst>
                    <a:ext uri="{9D8B030D-6E8A-4147-A177-3AD203B41FA5}">
                      <a16:colId xmlns:a16="http://schemas.microsoft.com/office/drawing/2014/main" val="2378944660"/>
                    </a:ext>
                  </a:extLst>
                </a:gridCol>
                <a:gridCol w="701706">
                  <a:extLst>
                    <a:ext uri="{9D8B030D-6E8A-4147-A177-3AD203B41FA5}">
                      <a16:colId xmlns:a16="http://schemas.microsoft.com/office/drawing/2014/main" val="3575603779"/>
                    </a:ext>
                  </a:extLst>
                </a:gridCol>
              </a:tblGrid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id=k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count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470929"/>
                  </a:ext>
                </a:extLst>
              </a:tr>
              <a:tr h="3430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head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tail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735404"/>
                  </a:ext>
                </a:extLst>
              </a:tr>
            </a:tbl>
          </a:graphicData>
        </a:graphic>
      </p:graphicFrame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E2F79B6-5B8A-4F03-C87F-54C8B6806738}"/>
              </a:ext>
            </a:extLst>
          </p:cNvPr>
          <p:cNvCxnSpPr>
            <a:endCxn id="6" idx="0"/>
          </p:cNvCxnSpPr>
          <p:nvPr/>
        </p:nvCxnSpPr>
        <p:spPr>
          <a:xfrm>
            <a:off x="2204528" y="826657"/>
            <a:ext cx="0" cy="46481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EF3134C-C0DE-792F-1874-60DBB9462077}"/>
              </a:ext>
            </a:extLst>
          </p:cNvPr>
          <p:cNvCxnSpPr/>
          <p:nvPr/>
        </p:nvCxnSpPr>
        <p:spPr>
          <a:xfrm>
            <a:off x="3710807" y="826657"/>
            <a:ext cx="0" cy="46481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74207D6-F589-05F5-541D-CC94BC1184BF}"/>
              </a:ext>
            </a:extLst>
          </p:cNvPr>
          <p:cNvCxnSpPr>
            <a:endCxn id="21" idx="0"/>
          </p:cNvCxnSpPr>
          <p:nvPr/>
        </p:nvCxnSpPr>
        <p:spPr>
          <a:xfrm>
            <a:off x="3710807" y="1990231"/>
            <a:ext cx="0" cy="372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9FFA034-B9D4-BE78-6C34-68E2C6B723A8}"/>
              </a:ext>
            </a:extLst>
          </p:cNvPr>
          <p:cNvCxnSpPr>
            <a:cxnSpLocks/>
          </p:cNvCxnSpPr>
          <p:nvPr/>
        </p:nvCxnSpPr>
        <p:spPr>
          <a:xfrm>
            <a:off x="3710806" y="3048601"/>
            <a:ext cx="0" cy="282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9936F44-37CE-9C83-4E5F-3CDE3E0975CA}"/>
              </a:ext>
            </a:extLst>
          </p:cNvPr>
          <p:cNvCxnSpPr/>
          <p:nvPr/>
        </p:nvCxnSpPr>
        <p:spPr>
          <a:xfrm>
            <a:off x="11135876" y="826657"/>
            <a:ext cx="0" cy="46481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C0E15FBE-09A3-279A-0CFA-ECD7F88E2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752372"/>
              </p:ext>
            </p:extLst>
          </p:nvPr>
        </p:nvGraphicFramePr>
        <p:xfrm>
          <a:off x="1502823" y="5823575"/>
          <a:ext cx="104340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5286">
                  <a:extLst>
                    <a:ext uri="{9D8B030D-6E8A-4147-A177-3AD203B41FA5}">
                      <a16:colId xmlns:a16="http://schemas.microsoft.com/office/drawing/2014/main" val="2584734418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1335008715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99228790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688570408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135107341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3061122298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2502117733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3580909184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2345327510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727046829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3974315565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1214235713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777307190"/>
                    </a:ext>
                  </a:extLst>
                </a:gridCol>
                <a:gridCol w="745286">
                  <a:extLst>
                    <a:ext uri="{9D8B030D-6E8A-4147-A177-3AD203B41FA5}">
                      <a16:colId xmlns:a16="http://schemas.microsoft.com/office/drawing/2014/main" val="555444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Tk_1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Tk_3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Tk_k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Tk_k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Tk_k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647644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4A698792-F02B-530D-41AB-8FF107877054}"/>
              </a:ext>
            </a:extLst>
          </p:cNvPr>
          <p:cNvSpPr txBox="1"/>
          <p:nvPr/>
        </p:nvSpPr>
        <p:spPr>
          <a:xfrm>
            <a:off x="-31854" y="5729734"/>
            <a:ext cx="156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Memory</a:t>
            </a:r>
            <a:endParaRPr lang="zh-CN" altLang="en-US" sz="2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5F4FD9-BA6C-8894-6930-61847CA442A5}"/>
              </a:ext>
            </a:extLst>
          </p:cNvPr>
          <p:cNvSpPr/>
          <p:nvPr/>
        </p:nvSpPr>
        <p:spPr>
          <a:xfrm>
            <a:off x="1502822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AF10AD2-54CC-6037-11D6-E89CF8525E61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1957389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4D9129D3-ED3F-0040-92AD-2A9EEF745446}"/>
              </a:ext>
            </a:extLst>
          </p:cNvPr>
          <p:cNvSpPr/>
          <p:nvPr/>
        </p:nvSpPr>
        <p:spPr>
          <a:xfrm>
            <a:off x="2255962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DF2F0B9-28E7-B36D-DA28-9D8C4A9B079D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2710529" y="5382619"/>
            <a:ext cx="2985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AFC69EC4-66CE-9D00-1B21-4D28A872EF7D}"/>
              </a:ext>
            </a:extLst>
          </p:cNvPr>
          <p:cNvSpPr/>
          <p:nvPr/>
        </p:nvSpPr>
        <p:spPr>
          <a:xfrm>
            <a:off x="3009103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6D8DC30-C20A-0784-DCA6-C91826F63140}"/>
              </a:ext>
            </a:extLst>
          </p:cNvPr>
          <p:cNvSpPr/>
          <p:nvPr/>
        </p:nvSpPr>
        <p:spPr>
          <a:xfrm>
            <a:off x="3762244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A8E153E-A6CF-B57E-79DB-2CEB9B60A82C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4216811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6046F08F-2B73-362C-7539-AFEA7BE803CF}"/>
              </a:ext>
            </a:extLst>
          </p:cNvPr>
          <p:cNvSpPr/>
          <p:nvPr/>
        </p:nvSpPr>
        <p:spPr>
          <a:xfrm>
            <a:off x="4515384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217BDCF-4CCD-667D-887F-14000349F31B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4969951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75CD929-4723-F1FA-F3AA-3E9D14CE3321}"/>
              </a:ext>
            </a:extLst>
          </p:cNvPr>
          <p:cNvSpPr/>
          <p:nvPr/>
        </p:nvSpPr>
        <p:spPr>
          <a:xfrm>
            <a:off x="5268524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38035D6-D5BE-5B26-DF71-49EE4DAC52BC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5723091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EECA383C-2B91-9DAF-DCB8-6F1F3C3667D4}"/>
              </a:ext>
            </a:extLst>
          </p:cNvPr>
          <p:cNvSpPr/>
          <p:nvPr/>
        </p:nvSpPr>
        <p:spPr>
          <a:xfrm>
            <a:off x="6021664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1F32EDD-9DB2-FA09-3353-1D39EE71EB5A}"/>
              </a:ext>
            </a:extLst>
          </p:cNvPr>
          <p:cNvSpPr/>
          <p:nvPr/>
        </p:nvSpPr>
        <p:spPr>
          <a:xfrm>
            <a:off x="7456654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95B0C7B-511C-7E89-5E68-021564A8C3AC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911221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AB1B2DC9-F1DF-92E5-F645-555738E3F85F}"/>
              </a:ext>
            </a:extLst>
          </p:cNvPr>
          <p:cNvSpPr/>
          <p:nvPr/>
        </p:nvSpPr>
        <p:spPr>
          <a:xfrm>
            <a:off x="8209794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6A191F8-D532-C98A-E226-381D6F1D03D9}"/>
              </a:ext>
            </a:extLst>
          </p:cNvPr>
          <p:cNvSpPr/>
          <p:nvPr/>
        </p:nvSpPr>
        <p:spPr>
          <a:xfrm>
            <a:off x="8955617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···</a:t>
            </a:r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1ED9860-4357-D9C2-D123-DDBA7265066A}"/>
              </a:ext>
            </a:extLst>
          </p:cNvPr>
          <p:cNvSpPr/>
          <p:nvPr/>
        </p:nvSpPr>
        <p:spPr>
          <a:xfrm>
            <a:off x="9708758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45268BC-8C96-3A65-7B2F-6DA21759BDF6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10163325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96C47727-DCE8-F096-0BD4-13A109C0CD2D}"/>
              </a:ext>
            </a:extLst>
          </p:cNvPr>
          <p:cNvSpPr/>
          <p:nvPr/>
        </p:nvSpPr>
        <p:spPr>
          <a:xfrm>
            <a:off x="10461898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7381194-13CC-7603-5A42-8F1359137B9D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10916465" y="5382619"/>
            <a:ext cx="298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2FD02D6E-27B2-274E-0146-548FBF1F34F1}"/>
              </a:ext>
            </a:extLst>
          </p:cNvPr>
          <p:cNvSpPr/>
          <p:nvPr/>
        </p:nvSpPr>
        <p:spPr>
          <a:xfrm>
            <a:off x="11215038" y="5198707"/>
            <a:ext cx="454567" cy="367824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63AA057-D7D9-963D-7DE4-AA1CD4715733}"/>
              </a:ext>
            </a:extLst>
          </p:cNvPr>
          <p:cNvCxnSpPr>
            <a:endCxn id="36" idx="0"/>
          </p:cNvCxnSpPr>
          <p:nvPr/>
        </p:nvCxnSpPr>
        <p:spPr>
          <a:xfrm flipH="1">
            <a:off x="1730106" y="1977657"/>
            <a:ext cx="105782" cy="322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BFC68B9-3458-1EA2-8F19-15D7355ECF82}"/>
              </a:ext>
            </a:extLst>
          </p:cNvPr>
          <p:cNvCxnSpPr>
            <a:endCxn id="41" idx="0"/>
          </p:cNvCxnSpPr>
          <p:nvPr/>
        </p:nvCxnSpPr>
        <p:spPr>
          <a:xfrm>
            <a:off x="2558902" y="1990231"/>
            <a:ext cx="677485" cy="320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7F153B8C-4D0C-3EEC-CD38-33EDEEAC771E}"/>
              </a:ext>
            </a:extLst>
          </p:cNvPr>
          <p:cNvSpPr/>
          <p:nvPr/>
        </p:nvSpPr>
        <p:spPr>
          <a:xfrm>
            <a:off x="3009101" y="3331535"/>
            <a:ext cx="1403410" cy="686187"/>
          </a:xfrm>
          <a:prstGeom prst="rect">
            <a:avLst/>
          </a:prstGeom>
          <a:ln w="1651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··· ···</a:t>
            </a:r>
            <a:endParaRPr lang="zh-CN" altLang="en-US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6E78AC41-80E8-3F9B-8694-AC7C60F787AF}"/>
              </a:ext>
            </a:extLst>
          </p:cNvPr>
          <p:cNvCxnSpPr>
            <a:endCxn id="45" idx="0"/>
          </p:cNvCxnSpPr>
          <p:nvPr/>
        </p:nvCxnSpPr>
        <p:spPr>
          <a:xfrm>
            <a:off x="3374065" y="3048601"/>
            <a:ext cx="615463" cy="2150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B542C26-6689-C85B-7B8B-191464951FC7}"/>
              </a:ext>
            </a:extLst>
          </p:cNvPr>
          <p:cNvCxnSpPr>
            <a:endCxn id="51" idx="0"/>
          </p:cNvCxnSpPr>
          <p:nvPr/>
        </p:nvCxnSpPr>
        <p:spPr>
          <a:xfrm>
            <a:off x="4097079" y="3048601"/>
            <a:ext cx="2151869" cy="2150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3F90F65-9255-0A8B-F255-ECDDFA4A8BAF}"/>
              </a:ext>
            </a:extLst>
          </p:cNvPr>
          <p:cNvCxnSpPr>
            <a:endCxn id="56" idx="0"/>
          </p:cNvCxnSpPr>
          <p:nvPr/>
        </p:nvCxnSpPr>
        <p:spPr>
          <a:xfrm>
            <a:off x="3374065" y="1977657"/>
            <a:ext cx="4309873" cy="322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E56E2EB0-DFED-8A42-5405-9B931B5DBFA7}"/>
              </a:ext>
            </a:extLst>
          </p:cNvPr>
          <p:cNvCxnSpPr>
            <a:endCxn id="58" idx="0"/>
          </p:cNvCxnSpPr>
          <p:nvPr/>
        </p:nvCxnSpPr>
        <p:spPr>
          <a:xfrm>
            <a:off x="4097079" y="1990231"/>
            <a:ext cx="4339999" cy="320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4BC2C56-BA97-65DC-0028-2D19C10900B6}"/>
              </a:ext>
            </a:extLst>
          </p:cNvPr>
          <p:cNvCxnSpPr>
            <a:endCxn id="62" idx="0"/>
          </p:cNvCxnSpPr>
          <p:nvPr/>
        </p:nvCxnSpPr>
        <p:spPr>
          <a:xfrm flipH="1">
            <a:off x="9936042" y="1990231"/>
            <a:ext cx="831195" cy="320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D0B81081-2840-6039-04AB-8A3F9BB6D5CA}"/>
              </a:ext>
            </a:extLst>
          </p:cNvPr>
          <p:cNvCxnSpPr>
            <a:endCxn id="66" idx="0"/>
          </p:cNvCxnSpPr>
          <p:nvPr/>
        </p:nvCxnSpPr>
        <p:spPr>
          <a:xfrm flipH="1">
            <a:off x="11442322" y="1990231"/>
            <a:ext cx="69194" cy="3208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7DD54E5-E4F1-13B6-79A9-C51FD4848578}"/>
              </a:ext>
            </a:extLst>
          </p:cNvPr>
          <p:cNvSpPr txBox="1"/>
          <p:nvPr/>
        </p:nvSpPr>
        <p:spPr>
          <a:xfrm>
            <a:off x="48160" y="5197199"/>
            <a:ext cx="141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BlockNode</a:t>
            </a:r>
            <a:endParaRPr lang="zh-CN" altLang="en-US" dirty="0"/>
          </a:p>
        </p:txBody>
      </p:sp>
      <p:sp>
        <p:nvSpPr>
          <p:cNvPr id="90" name="右大括号 89">
            <a:extLst>
              <a:ext uri="{FF2B5EF4-FFF2-40B4-BE49-F238E27FC236}">
                <a16:creationId xmlns:a16="http://schemas.microsoft.com/office/drawing/2014/main" id="{B9FA4BE5-8C15-7D50-1D0C-7BBDEDB2A73E}"/>
              </a:ext>
            </a:extLst>
          </p:cNvPr>
          <p:cNvSpPr/>
          <p:nvPr/>
        </p:nvSpPr>
        <p:spPr>
          <a:xfrm rot="5400000">
            <a:off x="9278882" y="5923559"/>
            <a:ext cx="113927" cy="745823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4C31EE0-F7B3-FC93-62EA-7C63EEC0BA0F}"/>
              </a:ext>
            </a:extLst>
          </p:cNvPr>
          <p:cNvSpPr txBox="1"/>
          <p:nvPr/>
        </p:nvSpPr>
        <p:spPr>
          <a:xfrm>
            <a:off x="8790903" y="6353434"/>
            <a:ext cx="108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Blocksize</a:t>
            </a:r>
            <a:endParaRPr lang="zh-CN" altLang="en-US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6AFF2E6-5640-AFC9-6B73-6F2CC9801992}"/>
              </a:ext>
            </a:extLst>
          </p:cNvPr>
          <p:cNvSpPr txBox="1"/>
          <p:nvPr/>
        </p:nvSpPr>
        <p:spPr>
          <a:xfrm>
            <a:off x="191130" y="1449897"/>
            <a:ext cx="112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Request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2174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80</Words>
  <Application>Microsoft Office PowerPoint</Application>
  <PresentationFormat>宽屏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慌 慌</dc:creator>
  <cp:lastModifiedBy>慌 慌</cp:lastModifiedBy>
  <cp:revision>3</cp:revision>
  <dcterms:created xsi:type="dcterms:W3CDTF">2026-10-27T06:54:14Z</dcterms:created>
  <dcterms:modified xsi:type="dcterms:W3CDTF">2026-10-27T16:22:44Z</dcterms:modified>
</cp:coreProperties>
</file>